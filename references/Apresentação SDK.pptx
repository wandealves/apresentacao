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gif" ContentType="image/gif"/>
  <Override PartName="/ppt/media/image8.png" ContentType="image/png"/>
  <Override PartName="/ppt/media/image5.gif" ContentType="image/gif"/>
  <Override PartName="/ppt/media/image9.png" ContentType="image/png"/>
  <Override PartName="/ppt/media/image6.gif" ContentType="image/gif"/>
  <Override PartName="/ppt/media/image7.gif" ContentType="image/gif"/>
  <Override PartName="/ppt/media/image10.png" ContentType="image/png"/>
  <Override PartName="/ppt/media/image1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0AF07CF-A44C-4E6F-AF3B-804754AB1A08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815829-FF1E-47F2-88B3-24DAB5B41DF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4F37EF-6FF0-4E7A-89A5-15F022469F7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37E3D57-3AB0-4BD0-AC9D-566D4A1DABC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DD0F71-A32C-4B04-BD9D-BC89097D32E4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29FBD5-9BF5-45EF-AAF4-DBD6ACCB1B0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E8B9748-988A-4D11-A99C-77CD01F858E9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EC81A3E-EB75-4CD1-A3DA-C663CB3BA620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1101F8C-213F-4BBA-B44A-5391ADD4194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22A8617-515B-4E21-AE03-F2C7319A585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894DBCE-3950-4690-802C-D3CEC076D39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pt-BR" sz="5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32B97A-D4C7-4C08-A5BA-A4D7CCDAFB8F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pt-BR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pt-BR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F0B815-FC18-46BC-86D1-155C8658BF28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8CE279-1E3D-43C5-A8B9-093E92E09181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500"/>
          </a:bodyPr>
          <a:p>
            <a:pPr indent="0">
              <a:buNone/>
            </a:pP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6AC1AF-9896-449C-9634-3BDC3C8BF7C7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34461F-6EF2-4472-8020-A012E83A0E55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9AC4FE-045C-442C-BA03-A2E8F68F7034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9D1C8D-0869-4F3B-BA0E-7AFACB7A2449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4970"/>
          </a:bodyPr>
          <a:p>
            <a:pPr indent="0">
              <a:buNone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9D901E-793E-4931-9B71-05626076C323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4A6B0E-FD29-4101-B099-2FC08609D289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66889"/>
          </a:bodyPr>
          <a:p>
            <a:pPr indent="0">
              <a:buNone/>
            </a:pPr>
            <a:r>
              <a:rPr b="0" lang="pt-BR" sz="42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C0FAD6-16E3-41A6-9978-C8DEF59E23E0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520E18-227C-4058-BC01-0C80322E41EA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gif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54;p13" descr=""/>
          <p:cNvPicPr/>
          <p:nvPr/>
        </p:nvPicPr>
        <p:blipFill>
          <a:blip r:embed="rId1"/>
          <a:stretch/>
        </p:blipFill>
        <p:spPr>
          <a:xfrm>
            <a:off x="152280" y="70920"/>
            <a:ext cx="8820720" cy="496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59;p14" descr=""/>
          <p:cNvPicPr/>
          <p:nvPr/>
        </p:nvPicPr>
        <p:blipFill>
          <a:blip r:embed="rId1"/>
          <a:stretch/>
        </p:blipFill>
        <p:spPr>
          <a:xfrm>
            <a:off x="121320" y="95400"/>
            <a:ext cx="8892720" cy="492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64;p15" descr=""/>
          <p:cNvPicPr/>
          <p:nvPr/>
        </p:nvPicPr>
        <p:blipFill>
          <a:blip r:embed="rId1"/>
          <a:stretch/>
        </p:blipFill>
        <p:spPr>
          <a:xfrm>
            <a:off x="152280" y="78480"/>
            <a:ext cx="8867880" cy="500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69;p16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84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74;p17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86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79;p18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84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84;p19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838720" cy="479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89;p20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870040" cy="483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94;p21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878680" cy="483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99;p22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878680" cy="483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104;p23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878680" cy="483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09;p24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861400" cy="483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2026-10-26T20:11:32Z</dcterms:modified>
  <cp:revision>1</cp:revision>
  <dc:subject/>
  <dc:title/>
</cp:coreProperties>
</file>